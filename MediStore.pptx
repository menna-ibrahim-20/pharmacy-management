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2" r:id="rId5"/>
    <p:sldId id="273" r:id="rId6"/>
    <p:sldId id="276" r:id="rId7"/>
    <p:sldId id="274" r:id="rId8"/>
    <p:sldId id="281" r:id="rId9"/>
    <p:sldId id="275" r:id="rId10"/>
    <p:sldId id="279" r:id="rId11"/>
    <p:sldId id="278" r:id="rId12"/>
    <p:sldId id="280" r:id="rId13"/>
    <p:sldId id="27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D6E16-F764-8370-CA53-0EE788342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EBD89A-00A3-5412-E8BC-21FE8122F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D71BF-1789-5C2F-CBD5-20697F661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A155-D3E8-47F5-82AF-336927F3C58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AA73A-D8E5-335D-F395-8D5F7B60C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BE592-CA5B-D965-DF02-24CC1782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E1D5-8C7E-41AC-A6D9-F919ADFC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60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DAE8A-CFFD-38FA-A134-78DD5A881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728E2-7BA0-9664-53B6-37C6907D0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3CE00-B4E3-676E-9BA0-606C4829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A155-D3E8-47F5-82AF-336927F3C58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C5CD6-AA9B-BEF8-D561-1B5782D58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A1FD3-57C4-7063-DD3F-5E2A604C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E1D5-8C7E-41AC-A6D9-F919ADFC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6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50215-002E-0C1A-29CC-5DE181B9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B0750-6D93-E672-5967-7EDE61D39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CCA0F-8A19-C14D-3E16-9361C569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A155-D3E8-47F5-82AF-336927F3C58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22994-30B7-AC18-3CA7-32F42CBD5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5EE17-98EE-E62C-BE38-7E516ACD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E1D5-8C7E-41AC-A6D9-F919ADFC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04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B9462-6C15-B31D-2E7E-9125927C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BCAC9-6DF8-CAA3-2930-0D6C1C705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7B27F-DA49-C8F7-77DC-440337022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D9E8C-27C8-EE78-3369-8DD6CE249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A155-D3E8-47F5-82AF-336927F3C58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DC96C-D943-7FFD-F0DA-0D1A50922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17EEA-6E74-C42E-6D37-1E56223F2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E1D5-8C7E-41AC-A6D9-F919ADFC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48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E515-8185-16D6-F999-86F3BF451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9E9B8-A918-677A-A451-9C7A733C7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181A5-7D98-0688-16F4-7CB4B3B71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F18D7-909B-6A55-28B6-9FA6C7F9A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7F514-7479-8149-563C-9FA881154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BC7DAD-B4AB-437B-A62C-0B67771B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A155-D3E8-47F5-82AF-336927F3C58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6819EA-BAE2-A6D9-F947-40F79C3A0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3456A9-CFA2-A8B6-3848-8F1E5E822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E1D5-8C7E-41AC-A6D9-F919ADFC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4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01DD-BA0A-84EC-2088-D40E3367D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B0E30-600C-4A54-279E-06125E52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A155-D3E8-47F5-82AF-336927F3C58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D5157-E2E7-A039-7687-84FC260FA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B714F-BEF5-F9FE-E5A6-4C8F602A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E1D5-8C7E-41AC-A6D9-F919ADFC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8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9F29A8-1A52-FBD8-3518-42255C05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A155-D3E8-47F5-82AF-336927F3C58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2F8836-4408-F457-C012-6315917F6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079E5-1FC8-9E47-C6D8-AB9AFF5A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E1D5-8C7E-41AC-A6D9-F919ADFC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4636-1C2E-3654-CEA6-AF5714AD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DC22A-3D27-FFA9-3C82-1B95CE193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5B576-40CA-900B-6CFD-25C314646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91BE3-3FA7-AB91-EC86-B0626CFFB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A155-D3E8-47F5-82AF-336927F3C58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E65C6-BF9D-CEBE-7BE9-8EE4192A2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CE4EE-B0FC-4F26-2619-B8F86F7D3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E1D5-8C7E-41AC-A6D9-F919ADFC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9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10BB5-FDA4-0FEC-23B7-BFBCFA912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D37C2-9EE2-B301-F878-F991617BA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67923-176C-F2F0-CAF4-97A753B6F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1AE04-56BA-9AF3-2E38-883341D7F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A155-D3E8-47F5-82AF-336927F3C58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C5505-CCD3-2E65-2763-DF42422A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4E91F-3C3F-29A4-1B68-9DD9B87B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E1D5-8C7E-41AC-A6D9-F919ADFC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82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31716-E9BF-3F53-5508-C31D35F2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9E454-A77A-BBB3-46C2-B2497EC6D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C049C-E9F3-E878-216F-D18843CD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A155-D3E8-47F5-82AF-336927F3C58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98B0C-0AA3-DAE7-DCA7-7404FC902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F5C9D-FDE2-D5EF-FF0E-BC8F1AFB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E1D5-8C7E-41AC-A6D9-F919ADFC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42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B479BC-E2F8-735B-D913-546C498B13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AC650-D0EF-F13A-EB2E-153244D09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6D712-5B37-E902-3ADB-B779B2FEE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A155-D3E8-47F5-82AF-336927F3C58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36813-D0EE-9B9C-A944-E7F38C21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3AAEB-55AC-0D23-D7E7-6D5511CD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E1D5-8C7E-41AC-A6D9-F919ADFC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5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55E5C-DDC3-04CD-AB79-F28F92457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94D74-F1E8-13C1-C235-CAF6AE83E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3C72E-7B63-9894-9E74-EDF9DFECC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0A155-D3E8-47F5-82AF-336927F3C58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166AD-43AA-069C-41B4-709535F8E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B61B0-2F85-0D71-4CDE-67992DA6D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6E1D5-8C7E-41AC-A6D9-F919ADFC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B50F-473F-9F9F-121A-5A9FBA6329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4D58B-ACB1-E862-A6CB-78689453CC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3E1A4-5C6E-7D7D-6554-D5C47CF91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78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CC36F-AE1E-3C3B-798A-69C5994A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72361-F19B-7D28-EFF4-7FFD3EA346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91758-E01D-DE90-F940-2789B0212B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B6DDA-9CED-7ADE-21A7-3EA05C0B3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06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B7684-6098-813F-936A-167265DF0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8661-D75E-5A06-333A-BAE57300FD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67C53-59A4-22E3-EF42-F90C534386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ADC96-723E-4535-112B-705FC7294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43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BD7A8-657E-BF1B-258F-F4885F630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6E673-BB0E-3B98-8EB6-152DF1CFC0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A3253-9FF5-93B2-D1C4-60BB9E7F90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28BA30-3EBF-1A4D-9D1D-EA3599660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30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05E5-17D2-DEC4-7625-0036759BF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0700-0228-1A86-10C2-35C203E6C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8D3BF-A5DB-9D3F-0BD5-7DA28C142B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20455E-345B-4F67-083D-4E0A9E9AB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24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B9FA2-1DC0-7214-7672-35FB66C80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955E-2D89-6480-37E9-2EE9517BC7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80C68-CB4A-893F-7EB4-BA1D6CAC04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4D1E84-97E5-7742-D375-E623008FA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56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CB32-4D2A-9A7C-299F-493831B6F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F930-B75B-B974-B26F-46F1776DBB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3193E-96F2-9CDB-ED5A-FEB2BECD89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FD834-C372-2869-125E-F7D3743E8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42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AAA75-690E-8B1C-2175-0E8D364B3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F4CFE-C9ED-330D-42B0-5C1D5B1E03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10846-ECA0-8C4D-2B19-D831988A75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CE88D-95BC-04A8-499F-1F567BFB0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1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90C86-DD73-ECA4-6AA0-A5720B1AB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A8665-DC21-C81E-6718-A6784EC78B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13738-0261-49D0-46CA-3266C3B8B5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5B0654-38CE-2B7B-7530-FAD46DC0E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74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D47BF-8C3E-4651-AA67-513EAF83A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C016-00B5-1659-48DE-1BDACA8B3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3C17C-B4EA-0F93-0847-B427E6241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6B64E-1369-C004-3E6B-40C4D0DBC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042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0629-1874-FE7A-4E1C-F55DFE774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F4D5-31A2-DA52-B47C-718186D0AD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AACCF-509E-8B13-5B1E-013F83DBA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C4BEB-9E3B-98C7-DC3E-EA2EF6EE7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06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4CBE-5F71-9F90-DE9F-DC553A7D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02C7B-CD45-53A0-82B3-C8B89A983D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5073B-F803-0C02-7174-289A9584D8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12DC7-203A-1EAF-91F9-9ABEC58C1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679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B97B-3AA3-D30A-336A-22F875A43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1D23F-46CE-3945-7837-7F105372EF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2CDF2-93C9-A1E4-6924-DA52C84128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242CE-E119-BF5B-3032-2FB61C889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83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reham talab</dc:creator>
  <cp:lastModifiedBy>reham talab</cp:lastModifiedBy>
  <cp:revision>1</cp:revision>
  <dcterms:created xsi:type="dcterms:W3CDTF">2026-07-13T18:28:31Z</dcterms:created>
  <dcterms:modified xsi:type="dcterms:W3CDTF">2026-07-13T18:34:12Z</dcterms:modified>
</cp:coreProperties>
</file>